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57" r:id="rId4"/>
    <p:sldId id="266" r:id="rId5"/>
    <p:sldId id="258" r:id="rId6"/>
    <p:sldId id="261" r:id="rId7"/>
    <p:sldId id="260" r:id="rId8"/>
    <p:sldId id="259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10E02-AA39-CA32-1E75-65025A3A0D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1F1AF0-3352-2138-7B1D-B98B6F3DF0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DAB07-A7A3-5E11-A43B-AE62AA692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2B3B0-8CDA-422B-A676-986BCA22B651}" type="datetimeFigureOut">
              <a:rPr lang="en-IN" smtClean="0"/>
              <a:t>19-02-2024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9DCF4-C076-05DC-CE3A-7FA4CBF95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4B1C5-555E-0B3C-D4B4-CC51B8E10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91D31-AFDE-408C-969A-27B9BBE2EE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5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92918-3214-27F9-E5E2-F2C5DFF65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C58F4-836A-A4BF-DDB1-A14278F7F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7CAE2-F571-0C1F-BC44-56072FDDC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2B3B0-8CDA-422B-A676-986BCA22B651}" type="datetimeFigureOut">
              <a:rPr lang="en-IN" smtClean="0"/>
              <a:t>19-02-2024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EEAE7-06BF-3427-0BE1-B723140B2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1363A-27BC-8394-6469-F52E82CB4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91D31-AFDE-408C-969A-27B9BBE2EE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0939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D8FBE-EE44-D907-DD81-19F42A7F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16BDF6-7165-0C5D-2337-EC9E387035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7E97D-D6E1-4A5F-3F3D-C6F595941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2B3B0-8CDA-422B-A676-986BCA22B651}" type="datetimeFigureOut">
              <a:rPr lang="en-IN" smtClean="0"/>
              <a:t>19-02-2024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78FB0-00E0-0488-77F2-144180EC5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90C6C-F278-D2D9-59DA-0C903DCEB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91D31-AFDE-408C-969A-27B9BBE2EE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9609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10D47-9F1F-69AB-3D4E-ADAB95EB9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D0CB5-7D7E-A684-F275-EF3455518B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88B139-8E0E-66A2-012B-ADC9106DE5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2961F7-1CE3-F5FE-1832-8AF4BF8B5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2B3B0-8CDA-422B-A676-986BCA22B651}" type="datetimeFigureOut">
              <a:rPr lang="en-IN" smtClean="0"/>
              <a:t>19-02-2024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7AD243-F944-8074-FA50-4A80B0B08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67C61-6E6C-8104-C654-22005439F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91D31-AFDE-408C-969A-27B9BBE2EE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91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5D3AF-748B-11BB-92EF-ACFBFD4F4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7C1E3E-A194-6FCC-5A7C-A0369E1F9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EE5F58-1B40-45E2-7083-EA6BE50E1A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43D022-BDC8-55E7-D5CA-166E773C04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9E071B-5E4E-90E3-9354-884449F02B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99DD17-D4BD-6E4F-FF63-BF96E46A9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2B3B0-8CDA-422B-A676-986BCA22B651}" type="datetimeFigureOut">
              <a:rPr lang="en-IN" smtClean="0"/>
              <a:t>19-02-2024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C5E41C-5AF5-C528-CA08-582EBA137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DFFCE5-E541-B29E-A894-5AE5B86EF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91D31-AFDE-408C-969A-27B9BBE2EE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1301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F8E82-AB2D-A734-478C-CE901A04A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812AB-03CD-8AC8-9F8F-AA4C43742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2B3B0-8CDA-422B-A676-986BCA22B651}" type="datetimeFigureOut">
              <a:rPr lang="en-IN" smtClean="0"/>
              <a:t>19-02-2024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DC237-9ADF-04C9-BCE6-61D0820A0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7D0814-FC4C-0F32-431F-09AFF4A68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91D31-AFDE-408C-969A-27B9BBE2EE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225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191375-DABA-1DF3-4E08-2B2697F5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2B3B0-8CDA-422B-A676-986BCA22B651}" type="datetimeFigureOut">
              <a:rPr lang="en-IN" smtClean="0"/>
              <a:t>19-02-2024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9E88DA-F17F-5DF5-1AF9-2A65D921C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40541-B67D-BB5E-577F-37C8387D0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91D31-AFDE-408C-969A-27B9BBE2EE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8292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DDED0-144B-4071-E56A-6CD14C256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33198-ECB9-5680-18A6-8E1F351F6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C18B60-ACC4-8E32-E020-F1A87644A9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26AD72-6B2D-C4FC-D39C-797FEECA8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2B3B0-8CDA-422B-A676-986BCA22B651}" type="datetimeFigureOut">
              <a:rPr lang="en-IN" smtClean="0"/>
              <a:t>19-02-2024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621E60-E046-A61F-D765-EA7057D04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4055DC-EF2A-F40D-BF08-C4F49AA3A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91D31-AFDE-408C-969A-27B9BBE2EE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0178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CAE8F-C82B-8849-8A15-CE55D17EB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243828-BBC8-8021-F12D-DEA6BACC16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8C7BAE-634D-F29D-3F13-37251B6C21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B82346-DC23-FD7D-DA38-4D6DA3ACA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2B3B0-8CDA-422B-A676-986BCA22B651}" type="datetimeFigureOut">
              <a:rPr lang="en-IN" smtClean="0"/>
              <a:t>19-02-2024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79B4A0-FD6E-6CB3-A567-66E8C3297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B64629-6210-BABA-83DB-D02D80EA6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91D31-AFDE-408C-969A-27B9BBE2EE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373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79CBF-7838-BEAE-5420-7CCC576D5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EE0E14-C18C-DF0D-7205-1DF96B1B59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05BBE-4B0E-357B-59B5-FB844DBE6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2B3B0-8CDA-422B-A676-986BCA22B651}" type="datetimeFigureOut">
              <a:rPr lang="en-IN" smtClean="0"/>
              <a:t>19-02-2024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E126E-B497-160E-11EE-8190B51A0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D5521-924B-2A16-DF45-AF3856DB3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91D31-AFDE-408C-969A-27B9BBE2EE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6271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7CD1D6-3B77-8EC6-6A8A-9AB3AB5DF4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BB14C2-0184-0784-AD9A-AB72F120E1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1882F-E1A5-5829-8E71-B6CF08ADB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2B3B0-8CDA-422B-A676-986BCA22B651}" type="datetimeFigureOut">
              <a:rPr lang="en-IN" smtClean="0"/>
              <a:t>19-02-2024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1E759-BE7A-41E8-70F2-F281F4BC3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8E2B2-2142-D18B-BD92-3178225EC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91D31-AFDE-408C-969A-27B9BBE2EE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197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C1580F-7A36-FB33-3843-FC0F0162B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B22798-4E96-606F-2F90-57361B128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D00E8-8DCB-939F-C9A5-65065EA6C0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72B3B0-8CDA-422B-A676-986BCA22B651}" type="datetimeFigureOut">
              <a:rPr lang="en-IN" smtClean="0"/>
              <a:t>19-02-2024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E7972-19AE-080B-2BA9-69D8A50C17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B89BB-24B2-EE5F-691F-E127E1E75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491D31-AFDE-408C-969A-27B9BBE2EE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936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954F5-1FA9-4A5B-0DC1-8CE5FE3E6F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02410"/>
            <a:ext cx="9144000" cy="2387600"/>
          </a:xfrm>
        </p:spPr>
        <p:txBody>
          <a:bodyPr>
            <a:noAutofit/>
          </a:bodyPr>
          <a:lstStyle/>
          <a:p>
            <a:r>
              <a:rPr lang="en-US" sz="4400" dirty="0"/>
              <a:t>Site-to-Site VPNs: Bridging On-Premises and Cloud Environments</a:t>
            </a:r>
            <a:br>
              <a:rPr lang="en-US" sz="4400" dirty="0"/>
            </a:br>
            <a:endParaRPr lang="en-IN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D6D5D4-46CC-1EF2-7B50-07B052FBDD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7952" y="2520032"/>
            <a:ext cx="4518211" cy="407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08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3F834-3558-9681-71AA-345318B98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Site-to-Site VPN?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AFD1F-B0FE-2007-1D36-4C5D75CE0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Definition: A Site-to-Site VPN securely connects two or more networks over the internet.</a:t>
            </a:r>
          </a:p>
          <a:p>
            <a:r>
              <a:rPr lang="en-US" dirty="0"/>
              <a:t>Function: It establishes a virtual encrypted tunnel between the networks for secure data transmission.</a:t>
            </a:r>
          </a:p>
          <a:p>
            <a:r>
              <a:rPr lang="en-US" dirty="0"/>
              <a:t>Usage: Commonly used for connecting branch offices to central headquarters.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0677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935C7-6D69-5781-05F2-DD7EE8EFF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a Site-to-Site VPN Work?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AABF2-5DF0-E290-F01A-1FD02533F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Encryption</a:t>
            </a:r>
          </a:p>
          <a:p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Tunneling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 VPN Devices</a:t>
            </a:r>
          </a:p>
          <a:p>
            <a:pPr lvl="1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Exchange VPN Configuration Details</a:t>
            </a:r>
          </a:p>
          <a:p>
            <a:pPr lvl="1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 VPN Tunnels</a:t>
            </a:r>
          </a:p>
          <a:p>
            <a:pPr lvl="1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Tunnel Status</a:t>
            </a:r>
          </a:p>
          <a:p>
            <a:pPr lvl="1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Troubleshoot and Optimize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VPN Gateway Handling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 and Forwarding: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Authentication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Associations (SA)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Monitoring and Maintenance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3EE714-E279-B731-EF0D-F4D196F8A4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9952" y="3429000"/>
            <a:ext cx="4052048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638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DE6B9-3047-51F1-5995-4307B14F3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a Site-to-Site VPN Work?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E4FBC-5A47-F3B7-1AB9-D053FD3C3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1483"/>
            <a:ext cx="10515600" cy="4351338"/>
          </a:xfrm>
        </p:spPr>
        <p:txBody>
          <a:bodyPr/>
          <a:lstStyle/>
          <a:p>
            <a:r>
              <a:rPr lang="en-IN" dirty="0"/>
              <a:t>Data Encryption and </a:t>
            </a:r>
            <a:r>
              <a:rPr lang="en-IN" dirty="0" err="1"/>
              <a:t>Tunneling</a:t>
            </a:r>
            <a:endParaRPr lang="en-IN" dirty="0"/>
          </a:p>
          <a:p>
            <a:r>
              <a:rPr lang="en-US" dirty="0"/>
              <a:t>Mutual Authentication and Security Associations (SA)</a:t>
            </a:r>
          </a:p>
          <a:p>
            <a:r>
              <a:rPr lang="en-US" dirty="0"/>
              <a:t>Routing and Forwarding</a:t>
            </a:r>
          </a:p>
          <a:p>
            <a:r>
              <a:rPr lang="en-US" dirty="0"/>
              <a:t>Continuous Monitoring and Maintenance</a:t>
            </a:r>
          </a:p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7129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B1827-CA26-0C81-4ECA-D66641F8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319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a Site-to-Site VPN Work?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44049-AC41-EC21-1F68-BACFD0632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8755"/>
            <a:ext cx="10515600" cy="4351338"/>
          </a:xfrm>
        </p:spPr>
        <p:txBody>
          <a:bodyPr>
            <a:normAutofit/>
          </a:bodyPr>
          <a:lstStyle/>
          <a:p>
            <a:r>
              <a:rPr lang="en-US" sz="2200" dirty="0"/>
              <a:t>A site-to-site VPN typically involves the following components:</a:t>
            </a:r>
          </a:p>
          <a:p>
            <a:r>
              <a:rPr lang="en-US" sz="2200" dirty="0"/>
              <a:t>On-premises VPN device: This device is located at our on-premises network and manages the VPN connection.</a:t>
            </a:r>
          </a:p>
          <a:p>
            <a:r>
              <a:rPr lang="en-US" sz="2200" dirty="0"/>
              <a:t>Cloud VPN gateway: This is a virtual appliance provided by a cloud provider that handles the VPN connection on the cloud side.</a:t>
            </a:r>
          </a:p>
          <a:p>
            <a:r>
              <a:rPr lang="en-US" sz="2200" dirty="0"/>
              <a:t>Encrypted tunnel: The VPN creates a secure tunnel over the</a:t>
            </a:r>
          </a:p>
          <a:p>
            <a:pPr marL="0" indent="0">
              <a:buNone/>
            </a:pPr>
            <a:r>
              <a:rPr lang="en-US" sz="2200" dirty="0"/>
              <a:t>   internet, encrypting all data traffic that passes through it.</a:t>
            </a:r>
          </a:p>
          <a:p>
            <a:r>
              <a:rPr lang="en-US" sz="2200" dirty="0"/>
              <a:t>Public IP address: Both the on-premises VPN device and the</a:t>
            </a:r>
          </a:p>
          <a:p>
            <a:pPr marL="0" indent="0">
              <a:buNone/>
            </a:pPr>
            <a:r>
              <a:rPr lang="en-US" sz="2200" dirty="0"/>
              <a:t>   cloud VPN gateway needs public IP addresses to establish the</a:t>
            </a:r>
          </a:p>
          <a:p>
            <a:pPr marL="0" indent="0">
              <a:buNone/>
            </a:pPr>
            <a:r>
              <a:rPr lang="en-US" sz="2200" dirty="0"/>
              <a:t>   connection.</a:t>
            </a:r>
            <a:endParaRPr lang="en-IN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D91E82-A74A-9EBE-571A-9A97E0E8D8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7540" y="3411491"/>
            <a:ext cx="4074459" cy="3047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283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191E1-F062-A327-01FA-96BDD9F5A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of Site-to-Site VPN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9F224-0238-AB8E-71E2-9CB533A94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On-Premises Network Components:</a:t>
            </a:r>
          </a:p>
          <a:p>
            <a:pPr lvl="1"/>
            <a:r>
              <a:rPr lang="en-IN" dirty="0"/>
              <a:t>Routers/Firewalls: Manage network traffic and enforce security policies.</a:t>
            </a:r>
          </a:p>
          <a:p>
            <a:pPr lvl="1"/>
            <a:r>
              <a:rPr lang="en-IN" dirty="0"/>
              <a:t>VPN Gateway: Establishes and manages the VPN tunnel.</a:t>
            </a:r>
          </a:p>
          <a:p>
            <a:r>
              <a:rPr lang="en-IN" dirty="0"/>
              <a:t>Cloud Network Components:</a:t>
            </a:r>
          </a:p>
          <a:p>
            <a:pPr lvl="1"/>
            <a:r>
              <a:rPr lang="en-IN" dirty="0"/>
              <a:t>Virtual Private Gateway</a:t>
            </a:r>
          </a:p>
        </p:txBody>
      </p:sp>
    </p:spTree>
    <p:extLst>
      <p:ext uri="{BB962C8B-B14F-4D97-AF65-F5344CB8AC3E}">
        <p14:creationId xmlns:p14="http://schemas.microsoft.com/office/powerpoint/2010/main" val="3951286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6CE01-38E0-D067-BD51-01474AD2D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18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Making a Site-to-Site VPN Connection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C7212-B342-E518-8F41-94E7E5709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5378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The specific steps for creating a site-to-site VPN will vary depending on the cloud provider and on-premises VPN device.</a:t>
            </a:r>
          </a:p>
          <a:p>
            <a:r>
              <a:rPr lang="en-US" sz="2400" dirty="0"/>
              <a:t>However, the general process typically involves the following steps:</a:t>
            </a:r>
          </a:p>
          <a:p>
            <a:pPr lvl="1"/>
            <a:r>
              <a:rPr lang="en-US" dirty="0"/>
              <a:t>Configure your on-premises VPN device.</a:t>
            </a:r>
          </a:p>
          <a:p>
            <a:pPr lvl="1"/>
            <a:r>
              <a:rPr lang="en-US" dirty="0"/>
              <a:t>Configure your cloud VPN gateway.</a:t>
            </a:r>
          </a:p>
          <a:p>
            <a:pPr lvl="1"/>
            <a:r>
              <a:rPr lang="en-US" dirty="0"/>
              <a:t>Establish the VPN connection.</a:t>
            </a:r>
          </a:p>
          <a:p>
            <a:pPr lvl="1"/>
            <a:r>
              <a:rPr lang="en-US" dirty="0"/>
              <a:t>Verify the connection and troubleshoot any</a:t>
            </a:r>
          </a:p>
          <a:p>
            <a:pPr marL="457200" lvl="1" indent="0">
              <a:buNone/>
            </a:pPr>
            <a:r>
              <a:rPr lang="en-US" dirty="0"/>
              <a:t>    issues.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1D78BE-B630-3E0E-4E91-9BF17D2C6B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4165" y="2937483"/>
            <a:ext cx="4706470" cy="3706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827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6D566-CCF0-9CCB-EB9B-7B368AC7A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263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Using a Site-to-Site VPN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0697F-AD7B-D6DB-A320-4FF459A0F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1242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Secure data transfer: Site-to-site VPNs encrypt data traffic, protecting it from unauthorized access.</a:t>
            </a:r>
          </a:p>
          <a:p>
            <a:r>
              <a:rPr lang="en-US" sz="2000" dirty="0"/>
              <a:t>Improved application access: Employees can securely access cloud-based applications from their on-premises devices.</a:t>
            </a:r>
          </a:p>
          <a:p>
            <a:r>
              <a:rPr lang="en-US" sz="2000" dirty="0"/>
              <a:t>Enhanced disaster recovery: Site-to-site VPNs can be used to replicate data to the cloud for disaster recovery purposes.</a:t>
            </a:r>
          </a:p>
          <a:p>
            <a:r>
              <a:rPr lang="en-US" sz="2000" dirty="0"/>
              <a:t>Increased scalability: Cloud resources can be easily scaled up or</a:t>
            </a:r>
          </a:p>
          <a:p>
            <a:pPr marL="0" indent="0">
              <a:buNone/>
            </a:pPr>
            <a:r>
              <a:rPr lang="en-US" sz="2000" dirty="0"/>
              <a:t>    down as needed, without impacting your on-premises network.</a:t>
            </a:r>
          </a:p>
          <a:p>
            <a:r>
              <a:rPr lang="en-US" sz="2000" dirty="0"/>
              <a:t>Cost savings: Site-to-site VPNs can help you reduce costs by</a:t>
            </a:r>
          </a:p>
          <a:p>
            <a:pPr marL="0" indent="0">
              <a:buNone/>
            </a:pPr>
            <a:r>
              <a:rPr lang="en-US" sz="2000" dirty="0"/>
              <a:t>    consolidating infrastructure and eliminating the need for dedicated</a:t>
            </a:r>
          </a:p>
          <a:p>
            <a:pPr marL="0" indent="0">
              <a:buNone/>
            </a:pPr>
            <a:r>
              <a:rPr lang="en-US" sz="2000" dirty="0"/>
              <a:t>    private lines.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549393-D4C0-E1C8-18A0-57E8E07951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8640" y="3429000"/>
            <a:ext cx="4033360" cy="3116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176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8C9C3-E939-F158-E0BF-7B27C310F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52D19-6585-C767-BDEC-291611026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2896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Site-to-Site VPNs play a crucial role in securely connecting on-premises infrastructure to cloud environments.</a:t>
            </a:r>
          </a:p>
          <a:p>
            <a:r>
              <a:rPr lang="en-US" sz="2400" dirty="0"/>
              <a:t>By implementing robust security measures and optimization techniques, organizations can leverage Site-to-Site VPNs to achieve seamless integration and enhanced flexibility in their IT infrastructure.</a:t>
            </a:r>
          </a:p>
          <a:p>
            <a:r>
              <a:rPr lang="en-US" sz="2400" dirty="0"/>
              <a:t>As the demand for cloud services continues to grow, Site-to-Site VPNs will remain a vital component of modern network architecture.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99700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1300</TotalTime>
  <Words>501</Words>
  <Application>Microsoft Office PowerPoint</Application>
  <PresentationFormat>Widescreen</PresentationFormat>
  <Paragraphs>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Site-to-Site VPNs: Bridging On-Premises and Cloud Environments </vt:lpstr>
      <vt:lpstr>What is a Site-to-Site VPN?</vt:lpstr>
      <vt:lpstr>How does a Site-to-Site VPN Work?</vt:lpstr>
      <vt:lpstr>How Does a Site-to-Site VPN Work?</vt:lpstr>
      <vt:lpstr>How Does a Site-to-Site VPN Work?</vt:lpstr>
      <vt:lpstr>Components of Site-to-Site VPN</vt:lpstr>
      <vt:lpstr>Making a Site-to-Site VPN Connection</vt:lpstr>
      <vt:lpstr>Benefits of Using a Site-to-Site VPN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Site-to-Site VPNs: Bridging On-Premises and Cloud Environments </dc:title>
  <dc:creator>pramod vulloji</dc:creator>
  <cp:lastModifiedBy>pramod vulloji</cp:lastModifiedBy>
  <cp:revision>4</cp:revision>
  <dcterms:created xsi:type="dcterms:W3CDTF">2024-02-17T13:27:41Z</dcterms:created>
  <dcterms:modified xsi:type="dcterms:W3CDTF">2024-02-19T17:36:01Z</dcterms:modified>
</cp:coreProperties>
</file>